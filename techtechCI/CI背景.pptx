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1D30FF-A78B-4450-AF74-3303DE8E6FE3}" v="11" dt="2025-04-11T10:13:41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3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5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凜 大渕" userId="d9a359817b833efb" providerId="LiveId" clId="{461D30FF-A78B-4450-AF74-3303DE8E6FE3}"/>
    <pc:docChg chg="custSel addSld delSld modSld">
      <pc:chgData name="凜 大渕" userId="d9a359817b833efb" providerId="LiveId" clId="{461D30FF-A78B-4450-AF74-3303DE8E6FE3}" dt="2025-04-11T10:19:16.840" v="182" actId="1076"/>
      <pc:docMkLst>
        <pc:docMk/>
      </pc:docMkLst>
      <pc:sldChg chg="addSp delSp modSp new mod">
        <pc:chgData name="凜 大渕" userId="d9a359817b833efb" providerId="LiveId" clId="{461D30FF-A78B-4450-AF74-3303DE8E6FE3}" dt="2025-04-11T05:26:17.958" v="97" actId="1076"/>
        <pc:sldMkLst>
          <pc:docMk/>
          <pc:sldMk cId="1590885222" sldId="257"/>
        </pc:sldMkLst>
        <pc:spChg chg="mod">
          <ac:chgData name="凜 大渕" userId="d9a359817b833efb" providerId="LiveId" clId="{461D30FF-A78B-4450-AF74-3303DE8E6FE3}" dt="2025-04-11T05:23:58.716" v="73" actId="1076"/>
          <ac:spMkLst>
            <pc:docMk/>
            <pc:sldMk cId="1590885222" sldId="257"/>
            <ac:spMk id="2" creationId="{AFAAFB0D-C572-41B3-EBEC-C48EDFB894D0}"/>
          </ac:spMkLst>
        </pc:spChg>
        <pc:spChg chg="del">
          <ac:chgData name="凜 大渕" userId="d9a359817b833efb" providerId="LiveId" clId="{461D30FF-A78B-4450-AF74-3303DE8E6FE3}" dt="2025-04-11T05:17:39.838" v="4" actId="478"/>
          <ac:spMkLst>
            <pc:docMk/>
            <pc:sldMk cId="1590885222" sldId="257"/>
            <ac:spMk id="3" creationId="{A2386E97-D36F-6414-70F9-1116CD639A57}"/>
          </ac:spMkLst>
        </pc:spChg>
        <pc:spChg chg="add mod">
          <ac:chgData name="凜 大渕" userId="d9a359817b833efb" providerId="LiveId" clId="{461D30FF-A78B-4450-AF74-3303DE8E6FE3}" dt="2025-04-11T05:26:17.958" v="97" actId="1076"/>
          <ac:spMkLst>
            <pc:docMk/>
            <pc:sldMk cId="1590885222" sldId="257"/>
            <ac:spMk id="5" creationId="{002AD24B-B6E3-5A02-A4C3-DE0213A28B6D}"/>
          </ac:spMkLst>
        </pc:spChg>
        <pc:picChg chg="add mod">
          <ac:chgData name="凜 大渕" userId="d9a359817b833efb" providerId="LiveId" clId="{461D30FF-A78B-4450-AF74-3303DE8E6FE3}" dt="2025-04-11T05:24:51.647" v="79" actId="1076"/>
          <ac:picMkLst>
            <pc:docMk/>
            <pc:sldMk cId="1590885222" sldId="257"/>
            <ac:picMk id="4" creationId="{8D11FE08-B715-5D79-C158-42B0E029D796}"/>
          </ac:picMkLst>
        </pc:picChg>
      </pc:sldChg>
      <pc:sldChg chg="delSp new del mod">
        <pc:chgData name="凜 大渕" userId="d9a359817b833efb" providerId="LiveId" clId="{461D30FF-A78B-4450-AF74-3303DE8E6FE3}" dt="2025-04-11T05:17:33.872" v="2" actId="47"/>
        <pc:sldMkLst>
          <pc:docMk/>
          <pc:sldMk cId="4029880080" sldId="257"/>
        </pc:sldMkLst>
        <pc:spChg chg="del">
          <ac:chgData name="凜 大渕" userId="d9a359817b833efb" providerId="LiveId" clId="{461D30FF-A78B-4450-AF74-3303DE8E6FE3}" dt="2025-04-11T05:17:29.371" v="1" actId="478"/>
          <ac:spMkLst>
            <pc:docMk/>
            <pc:sldMk cId="4029880080" sldId="257"/>
            <ac:spMk id="2" creationId="{3D9C365C-53CF-E0F1-C8D1-351D5D3230E5}"/>
          </ac:spMkLst>
        </pc:spChg>
        <pc:spChg chg="del">
          <ac:chgData name="凜 大渕" userId="d9a359817b833efb" providerId="LiveId" clId="{461D30FF-A78B-4450-AF74-3303DE8E6FE3}" dt="2025-04-11T05:17:29.371" v="1" actId="478"/>
          <ac:spMkLst>
            <pc:docMk/>
            <pc:sldMk cId="4029880080" sldId="257"/>
            <ac:spMk id="3" creationId="{D44BCF46-851A-FB07-9D46-795215FD3899}"/>
          </ac:spMkLst>
        </pc:spChg>
      </pc:sldChg>
      <pc:sldChg chg="addSp delSp modSp add mod">
        <pc:chgData name="凜 大渕" userId="d9a359817b833efb" providerId="LiveId" clId="{461D30FF-A78B-4450-AF74-3303DE8E6FE3}" dt="2025-04-11T10:19:16.840" v="182" actId="1076"/>
        <pc:sldMkLst>
          <pc:docMk/>
          <pc:sldMk cId="4217438113" sldId="258"/>
        </pc:sldMkLst>
        <pc:spChg chg="del">
          <ac:chgData name="凜 大渕" userId="d9a359817b833efb" providerId="LiveId" clId="{461D30FF-A78B-4450-AF74-3303DE8E6FE3}" dt="2025-04-11T10:08:17.933" v="101" actId="478"/>
          <ac:spMkLst>
            <pc:docMk/>
            <pc:sldMk cId="4217438113" sldId="258"/>
            <ac:spMk id="2" creationId="{692DBED8-A739-CB81-339E-9954F18C2B72}"/>
          </ac:spMkLst>
        </pc:spChg>
        <pc:spChg chg="mod">
          <ac:chgData name="凜 大渕" userId="d9a359817b833efb" providerId="LiveId" clId="{461D30FF-A78B-4450-AF74-3303DE8E6FE3}" dt="2025-04-11T10:08:15.556" v="100" actId="20577"/>
          <ac:spMkLst>
            <pc:docMk/>
            <pc:sldMk cId="4217438113" sldId="258"/>
            <ac:spMk id="5" creationId="{3BBA64A2-B510-0E99-F99B-D9857BFD5E37}"/>
          </ac:spMkLst>
        </pc:spChg>
        <pc:spChg chg="add del mod">
          <ac:chgData name="凜 大渕" userId="d9a359817b833efb" providerId="LiveId" clId="{461D30FF-A78B-4450-AF74-3303DE8E6FE3}" dt="2025-04-11T10:08:20.042" v="102" actId="478"/>
          <ac:spMkLst>
            <pc:docMk/>
            <pc:sldMk cId="4217438113" sldId="258"/>
            <ac:spMk id="6" creationId="{F0F4D929-2220-B7E6-4802-2D64FC1B2931}"/>
          </ac:spMkLst>
        </pc:spChg>
        <pc:spChg chg="add mod">
          <ac:chgData name="凜 大渕" userId="d9a359817b833efb" providerId="LiveId" clId="{461D30FF-A78B-4450-AF74-3303DE8E6FE3}" dt="2025-04-11T10:19:16.840" v="182" actId="1076"/>
          <ac:spMkLst>
            <pc:docMk/>
            <pc:sldMk cId="4217438113" sldId="258"/>
            <ac:spMk id="9" creationId="{C2248A6D-9AD5-29F5-58EB-22BCC8E6F96D}"/>
          </ac:spMkLst>
        </pc:spChg>
        <pc:spChg chg="add mod">
          <ac:chgData name="凜 大渕" userId="d9a359817b833efb" providerId="LiveId" clId="{461D30FF-A78B-4450-AF74-3303DE8E6FE3}" dt="2025-04-11T10:19:16.840" v="182" actId="1076"/>
          <ac:spMkLst>
            <pc:docMk/>
            <pc:sldMk cId="4217438113" sldId="258"/>
            <ac:spMk id="12" creationId="{C82FE28D-6999-AA7E-5251-64B63ECD073B}"/>
          </ac:spMkLst>
        </pc:spChg>
        <pc:picChg chg="add mod">
          <ac:chgData name="凜 大渕" userId="d9a359817b833efb" providerId="LiveId" clId="{461D30FF-A78B-4450-AF74-3303DE8E6FE3}" dt="2025-04-11T10:19:16.840" v="182" actId="1076"/>
          <ac:picMkLst>
            <pc:docMk/>
            <pc:sldMk cId="4217438113" sldId="258"/>
            <ac:picMk id="8" creationId="{50B1CB37-142D-AC8D-1E58-4DD4E59D38CC}"/>
          </ac:picMkLst>
        </pc:picChg>
        <pc:picChg chg="add mod">
          <ac:chgData name="凜 大渕" userId="d9a359817b833efb" providerId="LiveId" clId="{461D30FF-A78B-4450-AF74-3303DE8E6FE3}" dt="2025-04-11T10:19:16.840" v="182" actId="1076"/>
          <ac:picMkLst>
            <pc:docMk/>
            <pc:sldMk cId="4217438113" sldId="258"/>
            <ac:picMk id="11" creationId="{82AC2196-19FD-5B66-F882-C91E4738C8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CBC9F-9E3E-4F79-A8DB-408A758BA670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861CB-AA4C-42EC-94E5-BFFD9A2096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82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861CB-AA4C-42EC-94E5-BFFD9A20968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072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26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592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58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702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81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009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620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8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299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58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040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79424-D81C-4C0B-A322-64604637C7EC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2FE9D-C994-4085-9798-75D46997C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959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ダイアグラム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850B181-4489-3FF4-6DCB-479535FE8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42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AAFB0D-C572-41B3-EBEC-C48EDFB89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841672"/>
            <a:ext cx="6858000" cy="1790700"/>
          </a:xfrm>
        </p:spPr>
        <p:txBody>
          <a:bodyPr>
            <a:normAutofit/>
          </a:bodyPr>
          <a:lstStyle/>
          <a:p>
            <a:r>
              <a:rPr lang="en-US" altLang="ja-JP" sz="5400" dirty="0">
                <a:latin typeface="LINE Seed JP_OTF Bold" panose="02020700000000000000" pitchFamily="18" charset="-128"/>
                <a:ea typeface="LINE Seed JP_OTF Bold" panose="02020700000000000000" pitchFamily="18" charset="-128"/>
              </a:rPr>
              <a:t>TECH</a:t>
            </a:r>
            <a:r>
              <a:rPr lang="ja-JP" altLang="en-US" sz="5400" dirty="0">
                <a:latin typeface="LINE Seed JP_OTF Bold" panose="02020700000000000000" pitchFamily="18" charset="-128"/>
                <a:ea typeface="LINE Seed JP_OTF Bold" panose="02020700000000000000" pitchFamily="18" charset="-128"/>
              </a:rPr>
              <a:t>☆</a:t>
            </a:r>
            <a:r>
              <a:rPr lang="en-US" altLang="ja-JP" sz="5400" dirty="0">
                <a:latin typeface="LINE Seed JP_OTF Bold" panose="02020700000000000000" pitchFamily="18" charset="-128"/>
                <a:ea typeface="LINE Seed JP_OTF Bold" panose="02020700000000000000" pitchFamily="18" charset="-128"/>
              </a:rPr>
              <a:t>TECH</a:t>
            </a:r>
            <a:br>
              <a:rPr lang="en-US" altLang="ja-JP" sz="5400" dirty="0">
                <a:latin typeface="LINE Seed JP_OTF Bold" panose="02020700000000000000" pitchFamily="18" charset="-128"/>
                <a:ea typeface="LINE Seed JP_OTF Bold" panose="02020700000000000000" pitchFamily="18" charset="-128"/>
              </a:rPr>
            </a:br>
            <a:r>
              <a:rPr lang="ja-JP" altLang="en-US" sz="5400" dirty="0">
                <a:latin typeface="LINE Seed JP_OTF Bold" panose="02020700000000000000" pitchFamily="18" charset="-128"/>
                <a:ea typeface="LINE Seed JP_OTF Bold" panose="02020700000000000000" pitchFamily="18" charset="-128"/>
              </a:rPr>
              <a:t>初回説明会</a:t>
            </a:r>
          </a:p>
        </p:txBody>
      </p:sp>
      <p:pic>
        <p:nvPicPr>
          <p:cNvPr id="4" name="図 3" descr="設計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D11FE08-B715-5D79-C158-42B0E029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85751"/>
            <a:ext cx="769208" cy="76920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2AD24B-B6E3-5A02-A4C3-DE0213A28B6D}"/>
              </a:ext>
            </a:extLst>
          </p:cNvPr>
          <p:cNvSpPr txBox="1"/>
          <p:nvPr/>
        </p:nvSpPr>
        <p:spPr>
          <a:xfrm>
            <a:off x="699703" y="427980"/>
            <a:ext cx="7692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700" dirty="0">
                <a:latin typeface="DIN 2014" panose="020B0504020202020204" pitchFamily="34" charset="0"/>
                <a:ea typeface="DIN 2014" panose="020B0504020202020204" pitchFamily="34" charset="0"/>
              </a:rPr>
              <a:t>01</a:t>
            </a:r>
            <a:endParaRPr lang="ja-JP" altLang="en-US" sz="2700" dirty="0">
              <a:latin typeface="DIN 2014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88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F5DD2-99F9-3B15-C694-799E83A2D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設計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842DA94-EE87-4E03-97FE-D1AF7743D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85751"/>
            <a:ext cx="769208" cy="76920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BBA64A2-B510-0E99-F99B-D9857BFD5E37}"/>
              </a:ext>
            </a:extLst>
          </p:cNvPr>
          <p:cNvSpPr txBox="1"/>
          <p:nvPr/>
        </p:nvSpPr>
        <p:spPr>
          <a:xfrm>
            <a:off x="699703" y="427980"/>
            <a:ext cx="7692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700" dirty="0">
                <a:latin typeface="DIN 2014" panose="020B0504020202020204" pitchFamily="34" charset="0"/>
                <a:ea typeface="DIN 2014" panose="020B0504020202020204" pitchFamily="34" charset="0"/>
              </a:rPr>
              <a:t>02</a:t>
            </a:r>
            <a:endParaRPr lang="ja-JP" altLang="en-US" sz="2700" dirty="0">
              <a:latin typeface="DIN 2014" panose="020B0504020202020204" pitchFamily="34" charset="0"/>
            </a:endParaRPr>
          </a:p>
        </p:txBody>
      </p:sp>
      <p:pic>
        <p:nvPicPr>
          <p:cNvPr id="8" name="図 7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0B1CB37-142D-AC8D-1E58-4DD4E59D38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964" y="1054959"/>
            <a:ext cx="1569650" cy="156965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2248A6D-9AD5-29F5-58EB-22BCC8E6F96D}"/>
              </a:ext>
            </a:extLst>
          </p:cNvPr>
          <p:cNvSpPr txBox="1"/>
          <p:nvPr/>
        </p:nvSpPr>
        <p:spPr>
          <a:xfrm>
            <a:off x="4010586" y="1414610"/>
            <a:ext cx="27122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rgbClr val="00B050"/>
                </a:solidFill>
                <a:latin typeface="LINE Seed JP_OTF ExtraBold" panose="02020800000000000000" pitchFamily="18" charset="-128"/>
                <a:ea typeface="LINE Seed JP_OTF ExtraBold" panose="02020800000000000000" pitchFamily="18" charset="-128"/>
              </a:rPr>
              <a:t>LINE</a:t>
            </a:r>
            <a:endParaRPr kumimoji="1" lang="ja-JP" altLang="en-US" sz="6000" dirty="0">
              <a:solidFill>
                <a:srgbClr val="00B050"/>
              </a:solidFill>
              <a:latin typeface="LINE Seed JP_OTF ExtraBold" panose="02020800000000000000" pitchFamily="18" charset="-128"/>
              <a:ea typeface="LINE Seed JP_OTF ExtraBold" panose="02020800000000000000" pitchFamily="18" charset="-128"/>
            </a:endParaRPr>
          </a:p>
        </p:txBody>
      </p:sp>
      <p:pic>
        <p:nvPicPr>
          <p:cNvPr id="11" name="図 10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2AC2196-19FD-5B66-F882-C91E4738C8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964" y="3292121"/>
            <a:ext cx="1569650" cy="156965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82FE28D-6999-AA7E-5251-64B63ECD073B}"/>
              </a:ext>
            </a:extLst>
          </p:cNvPr>
          <p:cNvSpPr txBox="1"/>
          <p:nvPr/>
        </p:nvSpPr>
        <p:spPr>
          <a:xfrm>
            <a:off x="4010586" y="3522948"/>
            <a:ext cx="38315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dirty="0">
                <a:solidFill>
                  <a:srgbClr val="0070C0"/>
                </a:solidFill>
                <a:latin typeface="Uni Sans Heavy CAPS" panose="00000500000000000000" pitchFamily="50" charset="0"/>
                <a:ea typeface="LINE Seed JP_OTF ExtraBold" panose="02020800000000000000" pitchFamily="18" charset="-128"/>
              </a:rPr>
              <a:t>discord</a:t>
            </a:r>
            <a:endParaRPr kumimoji="1" lang="ja-JP" altLang="en-US" sz="6600" dirty="0">
              <a:solidFill>
                <a:srgbClr val="0070C0"/>
              </a:solidFill>
              <a:latin typeface="Uni Sans Heavy CAPS" panose="00000500000000000000" pitchFamily="50" charset="0"/>
              <a:ea typeface="LINE Seed JP_OTF ExtraBold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7438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11</Words>
  <Application>Microsoft Office PowerPoint</Application>
  <PresentationFormat>画面に合わせる (16:10)</PresentationFormat>
  <Paragraphs>6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2" baseType="lpstr">
      <vt:lpstr>LINE Seed JP_OTF Bold</vt:lpstr>
      <vt:lpstr>LINE Seed JP_OTF ExtraBold</vt:lpstr>
      <vt:lpstr>游ゴシック</vt:lpstr>
      <vt:lpstr>Aptos</vt:lpstr>
      <vt:lpstr>Aptos Display</vt:lpstr>
      <vt:lpstr>Arial</vt:lpstr>
      <vt:lpstr>DIN 2014</vt:lpstr>
      <vt:lpstr>Uni Sans Heavy CAPS</vt:lpstr>
      <vt:lpstr>Office テーマ</vt:lpstr>
      <vt:lpstr>PowerPoint プレゼンテーション</vt:lpstr>
      <vt:lpstr>TECH☆TECH 初回説明会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凜 大渕</dc:creator>
  <cp:lastModifiedBy>凜 大渕</cp:lastModifiedBy>
  <cp:revision>1</cp:revision>
  <dcterms:created xsi:type="dcterms:W3CDTF">2025-04-11T05:07:07Z</dcterms:created>
  <dcterms:modified xsi:type="dcterms:W3CDTF">2025-04-11T10:19:20Z</dcterms:modified>
</cp:coreProperties>
</file>